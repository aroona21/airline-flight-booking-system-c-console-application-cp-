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5E1C86-3755-4339-A020-39646EA4D8F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B11B65-0C57-4393-A27A-4E1FD8DC7D26}">
      <dgm:prSet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000" b="1" dirty="0"/>
            <a:t>Objectives and Key features:</a:t>
          </a:r>
        </a:p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000" b="0" dirty="0"/>
            <a:t>To develop a program enabling users to book airline tickets.</a:t>
          </a:r>
        </a:p>
      </dgm:t>
    </dgm:pt>
    <dgm:pt modelId="{612DCBDE-E9A4-45C5-A16E-46F893AFDCC1}" type="parTrans" cxnId="{50C0174A-EBC6-4BA7-921C-C3DDE07728C4}">
      <dgm:prSet/>
      <dgm:spPr/>
      <dgm:t>
        <a:bodyPr/>
        <a:lstStyle/>
        <a:p>
          <a:endParaRPr lang="en-US"/>
        </a:p>
      </dgm:t>
    </dgm:pt>
    <dgm:pt modelId="{14AD4254-6657-419E-AE59-8A2146C06401}" type="sibTrans" cxnId="{50C0174A-EBC6-4BA7-921C-C3DDE07728C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166918E-800E-4A2A-A8D5-FF04AFD4F140}">
      <dgm:prSet/>
      <dgm:spPr/>
      <dgm:t>
        <a:bodyPr/>
        <a:lstStyle/>
        <a:p>
          <a:pPr>
            <a:lnSpc>
              <a:spcPct val="100000"/>
            </a:lnSpc>
          </a:pPr>
          <a:endParaRPr lang="en-US" b="1" dirty="0"/>
        </a:p>
      </dgm:t>
    </dgm:pt>
    <dgm:pt modelId="{3ED37652-4041-4237-AC6C-B881C0D13DF1}" type="parTrans" cxnId="{4E2A6A36-A6A2-41B8-9A88-8183B435E718}">
      <dgm:prSet/>
      <dgm:spPr/>
      <dgm:t>
        <a:bodyPr/>
        <a:lstStyle/>
        <a:p>
          <a:endParaRPr lang="en-US"/>
        </a:p>
      </dgm:t>
    </dgm:pt>
    <dgm:pt modelId="{D4A4A3A0-E828-4B50-B074-0E14DB660351}" type="sibTrans" cxnId="{4E2A6A36-A6A2-41B8-9A88-8183B435E71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31CBABD-2779-43C0-9C18-C6A67EDC43B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dirty="0"/>
            <a:t>- Domestic and international flight options.</a:t>
          </a:r>
        </a:p>
      </dgm:t>
    </dgm:pt>
    <dgm:pt modelId="{6C242FDF-7E20-41E5-9B1D-32D9172D1806}" type="parTrans" cxnId="{8EDE7FA4-4CE4-4F10-BEBC-2A43D5BF15A5}">
      <dgm:prSet/>
      <dgm:spPr/>
      <dgm:t>
        <a:bodyPr/>
        <a:lstStyle/>
        <a:p>
          <a:endParaRPr lang="en-US"/>
        </a:p>
      </dgm:t>
    </dgm:pt>
    <dgm:pt modelId="{C4DAA8FB-B7B1-4E7D-B3C1-F026CF5E50B9}" type="sibTrans" cxnId="{8EDE7FA4-4CE4-4F10-BEBC-2A43D5BF15A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C5650A5-3A46-4EE1-ABF3-674CF5077C6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- Region-based fares and seat types (economy, business, first class).</a:t>
          </a:r>
        </a:p>
      </dgm:t>
    </dgm:pt>
    <dgm:pt modelId="{3EDEF7C9-BA85-47CE-B65C-0A1C57F28177}" type="parTrans" cxnId="{19469DB8-6571-4BCF-A1EF-A0C24CB49875}">
      <dgm:prSet/>
      <dgm:spPr/>
      <dgm:t>
        <a:bodyPr/>
        <a:lstStyle/>
        <a:p>
          <a:endParaRPr lang="en-US"/>
        </a:p>
      </dgm:t>
    </dgm:pt>
    <dgm:pt modelId="{EDC775AE-0D07-4168-BBE7-06D0D90330AC}" type="sibTrans" cxnId="{19469DB8-6571-4BCF-A1EF-A0C24CB4987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2DB0C6F-7660-469D-AD35-F672101E2FD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- Meal preferences and discounts.</a:t>
          </a:r>
        </a:p>
      </dgm:t>
    </dgm:pt>
    <dgm:pt modelId="{1811D8EE-0316-469A-918F-12D384B21524}" type="parTrans" cxnId="{C03CCD5D-BAB6-43E4-9013-B2444960AC93}">
      <dgm:prSet/>
      <dgm:spPr/>
      <dgm:t>
        <a:bodyPr/>
        <a:lstStyle/>
        <a:p>
          <a:endParaRPr lang="en-US"/>
        </a:p>
      </dgm:t>
    </dgm:pt>
    <dgm:pt modelId="{B6EA22BD-61D5-4BB4-8E1F-1DEE541F3F1A}" type="sibTrans" cxnId="{C03CCD5D-BAB6-43E4-9013-B2444960AC9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C66B173-F857-4EE2-AB3C-EA7B02B11D8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- Automated fare calculations with tax and seat selection.</a:t>
          </a:r>
        </a:p>
      </dgm:t>
    </dgm:pt>
    <dgm:pt modelId="{F6509DC5-D63F-4FA4-AA91-9BB3084CCFA1}" type="parTrans" cxnId="{9B4D2090-E652-4911-8301-963067809066}">
      <dgm:prSet/>
      <dgm:spPr/>
      <dgm:t>
        <a:bodyPr/>
        <a:lstStyle/>
        <a:p>
          <a:endParaRPr lang="en-US"/>
        </a:p>
      </dgm:t>
    </dgm:pt>
    <dgm:pt modelId="{4589AF91-967E-4BC0-9C4F-7F7E6B57A0B8}" type="sibTrans" cxnId="{9B4D2090-E652-4911-8301-963067809066}">
      <dgm:prSet/>
      <dgm:spPr/>
      <dgm:t>
        <a:bodyPr/>
        <a:lstStyle/>
        <a:p>
          <a:endParaRPr lang="en-US"/>
        </a:p>
      </dgm:t>
    </dgm:pt>
    <dgm:pt modelId="{BE0B65AD-3201-4A25-BB43-A4A8B080E75D}" type="pres">
      <dgm:prSet presAssocID="{9C5E1C86-3755-4339-A020-39646EA4D8F0}" presName="root" presStyleCnt="0">
        <dgm:presLayoutVars>
          <dgm:dir/>
          <dgm:resizeHandles val="exact"/>
        </dgm:presLayoutVars>
      </dgm:prSet>
      <dgm:spPr/>
    </dgm:pt>
    <dgm:pt modelId="{DE8DE036-BA76-4906-90F8-B0D04586F160}" type="pres">
      <dgm:prSet presAssocID="{9C5E1C86-3755-4339-A020-39646EA4D8F0}" presName="container" presStyleCnt="0">
        <dgm:presLayoutVars>
          <dgm:dir/>
          <dgm:resizeHandles val="exact"/>
        </dgm:presLayoutVars>
      </dgm:prSet>
      <dgm:spPr/>
    </dgm:pt>
    <dgm:pt modelId="{1C23AD30-2ECB-4228-9424-F973EF684CF5}" type="pres">
      <dgm:prSet presAssocID="{C7B11B65-0C57-4393-A27A-4E1FD8DC7D26}" presName="compNode" presStyleCnt="0"/>
      <dgm:spPr/>
    </dgm:pt>
    <dgm:pt modelId="{1DD9747F-B48E-4524-BFF2-29B0C5FE6EF7}" type="pres">
      <dgm:prSet presAssocID="{C7B11B65-0C57-4393-A27A-4E1FD8DC7D26}" presName="iconBgRect" presStyleLbl="bgShp" presStyleIdx="0" presStyleCnt="6" custLinFactNeighborX="93077" custLinFactNeighborY="-7483"/>
      <dgm:spPr/>
    </dgm:pt>
    <dgm:pt modelId="{84285A3E-D4B7-4D56-A578-9588F48DF93C}" type="pres">
      <dgm:prSet presAssocID="{C7B11B65-0C57-4393-A27A-4E1FD8DC7D26}" presName="iconRect" presStyleLbl="node1" presStyleIdx="0" presStyleCnt="6" custFlipVert="1" custFlipHor="1" custScaleX="10106" custScaleY="17027" custLinFactX="-300000" custLinFactY="18159" custLinFactNeighborX="-377860" custLinFactNeighborY="100000"/>
      <dgm:spPr>
        <a:prstGeom prst="chord">
          <a:avLst/>
        </a:prstGeom>
      </dgm:spPr>
      <dgm:extLst/>
    </dgm:pt>
    <dgm:pt modelId="{76A3610E-4D9F-4769-B891-36B30F227913}" type="pres">
      <dgm:prSet presAssocID="{C7B11B65-0C57-4393-A27A-4E1FD8DC7D26}" presName="spaceRect" presStyleCnt="0"/>
      <dgm:spPr/>
    </dgm:pt>
    <dgm:pt modelId="{2C8B3C1F-38CF-4DD8-9BC2-719445F60874}" type="pres">
      <dgm:prSet presAssocID="{C7B11B65-0C57-4393-A27A-4E1FD8DC7D26}" presName="textRect" presStyleLbl="revTx" presStyleIdx="0" presStyleCnt="6" custLinFactNeighborX="58914" custLinFactNeighborY="5314">
        <dgm:presLayoutVars>
          <dgm:chMax val="1"/>
          <dgm:chPref val="1"/>
        </dgm:presLayoutVars>
      </dgm:prSet>
      <dgm:spPr/>
    </dgm:pt>
    <dgm:pt modelId="{E0C20839-3A82-48D1-A8CB-55691A513649}" type="pres">
      <dgm:prSet presAssocID="{14AD4254-6657-419E-AE59-8A2146C06401}" presName="sibTrans" presStyleLbl="sibTrans2D1" presStyleIdx="0" presStyleCnt="0"/>
      <dgm:spPr/>
    </dgm:pt>
    <dgm:pt modelId="{4C5187AE-4BA6-40E1-9540-05B685A6BB72}" type="pres">
      <dgm:prSet presAssocID="{C166918E-800E-4A2A-A8D5-FF04AFD4F140}" presName="compNode" presStyleCnt="0"/>
      <dgm:spPr/>
    </dgm:pt>
    <dgm:pt modelId="{5F07123E-3E0A-41F8-A87E-3CE1DD9EDC5A}" type="pres">
      <dgm:prSet presAssocID="{C166918E-800E-4A2A-A8D5-FF04AFD4F140}" presName="iconBgRect" presStyleLbl="bgShp" presStyleIdx="1" presStyleCnt="6" custLinFactX="-106282" custLinFactNeighborX="-200000" custLinFactNeighborY="-7483"/>
      <dgm:spPr/>
    </dgm:pt>
    <dgm:pt modelId="{4B6FB213-C168-4C51-B4E9-6FD5F8114E8E}" type="pres">
      <dgm:prSet presAssocID="{C166918E-800E-4A2A-A8D5-FF04AFD4F140}" presName="iconRect" presStyleLbl="node1" presStyleIdx="1" presStyleCnt="6" custLinFactX="-229970" custLinFactNeighborX="-300000" custLinFactNeighborY="-987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64F081B5-AA33-4C0D-9163-2232AF026B26}" type="pres">
      <dgm:prSet presAssocID="{C166918E-800E-4A2A-A8D5-FF04AFD4F140}" presName="spaceRect" presStyleCnt="0"/>
      <dgm:spPr/>
    </dgm:pt>
    <dgm:pt modelId="{80CF3AAF-E5FB-4781-ACA2-8EF67D0F430C}" type="pres">
      <dgm:prSet presAssocID="{C166918E-800E-4A2A-A8D5-FF04AFD4F140}" presName="textRect" presStyleLbl="revTx" presStyleIdx="1" presStyleCnt="6" custLinFactX="-100000" custLinFactNeighborX="-168292" custLinFactNeighborY="-28238">
        <dgm:presLayoutVars>
          <dgm:chMax val="1"/>
          <dgm:chPref val="1"/>
        </dgm:presLayoutVars>
      </dgm:prSet>
      <dgm:spPr/>
    </dgm:pt>
    <dgm:pt modelId="{67ADA1FB-4C38-4BFC-9183-0E1A4742AA2D}" type="pres">
      <dgm:prSet presAssocID="{D4A4A3A0-E828-4B50-B074-0E14DB660351}" presName="sibTrans" presStyleLbl="sibTrans2D1" presStyleIdx="0" presStyleCnt="0"/>
      <dgm:spPr/>
    </dgm:pt>
    <dgm:pt modelId="{F415E127-5B45-44E2-ABAF-FDAA352C410D}" type="pres">
      <dgm:prSet presAssocID="{231CBABD-2779-43C0-9C18-C6A67EDC43B4}" presName="compNode" presStyleCnt="0"/>
      <dgm:spPr/>
    </dgm:pt>
    <dgm:pt modelId="{1B1DE4FF-A049-4D16-828F-AFECD225601B}" type="pres">
      <dgm:prSet presAssocID="{231CBABD-2779-43C0-9C18-C6A67EDC43B4}" presName="iconBgRect" presStyleLbl="bgShp" presStyleIdx="2" presStyleCnt="6"/>
      <dgm:spPr/>
    </dgm:pt>
    <dgm:pt modelId="{95C1D0BB-50A5-4C4C-B82F-A9B3011DC5CD}" type="pres">
      <dgm:prSet presAssocID="{231CBABD-2779-43C0-9C18-C6A67EDC43B4}" presName="iconRect" presStyleLbl="node1" presStyleIdx="2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A896B290-1094-45F2-A62D-C085C615687B}" type="pres">
      <dgm:prSet presAssocID="{231CBABD-2779-43C0-9C18-C6A67EDC43B4}" presName="spaceRect" presStyleCnt="0"/>
      <dgm:spPr/>
    </dgm:pt>
    <dgm:pt modelId="{45DF5D31-0773-46CF-8011-8473CA6292F7}" type="pres">
      <dgm:prSet presAssocID="{231CBABD-2779-43C0-9C18-C6A67EDC43B4}" presName="textRect" presStyleLbl="revTx" presStyleIdx="2" presStyleCnt="6">
        <dgm:presLayoutVars>
          <dgm:chMax val="1"/>
          <dgm:chPref val="1"/>
        </dgm:presLayoutVars>
      </dgm:prSet>
      <dgm:spPr/>
    </dgm:pt>
    <dgm:pt modelId="{906246D5-96F6-4164-A8AE-B1590C7B556E}" type="pres">
      <dgm:prSet presAssocID="{C4DAA8FB-B7B1-4E7D-B3C1-F026CF5E50B9}" presName="sibTrans" presStyleLbl="sibTrans2D1" presStyleIdx="0" presStyleCnt="0"/>
      <dgm:spPr/>
    </dgm:pt>
    <dgm:pt modelId="{87E19F60-D69D-436E-A70A-420C28704574}" type="pres">
      <dgm:prSet presAssocID="{7C5650A5-3A46-4EE1-ABF3-674CF5077C6E}" presName="compNode" presStyleCnt="0"/>
      <dgm:spPr/>
    </dgm:pt>
    <dgm:pt modelId="{88D14661-3EBC-42C0-A6B9-993FADBE8853}" type="pres">
      <dgm:prSet presAssocID="{7C5650A5-3A46-4EE1-ABF3-674CF5077C6E}" presName="iconBgRect" presStyleLbl="bgShp" presStyleIdx="3" presStyleCnt="6"/>
      <dgm:spPr/>
    </dgm:pt>
    <dgm:pt modelId="{A0CC17BD-AB8C-43BA-A6AC-C5D7193FE95D}" type="pres">
      <dgm:prSet presAssocID="{7C5650A5-3A46-4EE1-ABF3-674CF5077C6E}" presName="iconRect" presStyleLbl="node1" presStyleIdx="3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"/>
        </a:ext>
      </dgm:extLst>
    </dgm:pt>
    <dgm:pt modelId="{B014EEDD-FED7-42A9-9BE8-6E9E746EA128}" type="pres">
      <dgm:prSet presAssocID="{7C5650A5-3A46-4EE1-ABF3-674CF5077C6E}" presName="spaceRect" presStyleCnt="0"/>
      <dgm:spPr/>
    </dgm:pt>
    <dgm:pt modelId="{31636DC5-EFEA-4994-B054-07D9F0080F74}" type="pres">
      <dgm:prSet presAssocID="{7C5650A5-3A46-4EE1-ABF3-674CF5077C6E}" presName="textRect" presStyleLbl="revTx" presStyleIdx="3" presStyleCnt="6">
        <dgm:presLayoutVars>
          <dgm:chMax val="1"/>
          <dgm:chPref val="1"/>
        </dgm:presLayoutVars>
      </dgm:prSet>
      <dgm:spPr/>
    </dgm:pt>
    <dgm:pt modelId="{1DD818E0-AF00-4351-A10D-EABD78C559AB}" type="pres">
      <dgm:prSet presAssocID="{EDC775AE-0D07-4168-BBE7-06D0D90330AC}" presName="sibTrans" presStyleLbl="sibTrans2D1" presStyleIdx="0" presStyleCnt="0"/>
      <dgm:spPr/>
    </dgm:pt>
    <dgm:pt modelId="{220146D9-CB19-46C9-9A65-8DEB26D91FAE}" type="pres">
      <dgm:prSet presAssocID="{12DB0C6F-7660-469D-AD35-F672101E2FD2}" presName="compNode" presStyleCnt="0"/>
      <dgm:spPr/>
    </dgm:pt>
    <dgm:pt modelId="{6384AF02-5D9D-4089-B9A7-281776E25EB1}" type="pres">
      <dgm:prSet presAssocID="{12DB0C6F-7660-469D-AD35-F672101E2FD2}" presName="iconBgRect" presStyleLbl="bgShp" presStyleIdx="4" presStyleCnt="6"/>
      <dgm:spPr/>
    </dgm:pt>
    <dgm:pt modelId="{E04F7232-2791-4E5E-AA6A-7B10AC5A9A4D}" type="pres">
      <dgm:prSet presAssocID="{12DB0C6F-7660-469D-AD35-F672101E2FD2}" presName="iconRect" presStyleLbl="node1" presStyleIdx="4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 Setting"/>
        </a:ext>
      </dgm:extLst>
    </dgm:pt>
    <dgm:pt modelId="{2FEFDDE7-7F75-4ABB-9F9A-B15A79FD1E1D}" type="pres">
      <dgm:prSet presAssocID="{12DB0C6F-7660-469D-AD35-F672101E2FD2}" presName="spaceRect" presStyleCnt="0"/>
      <dgm:spPr/>
    </dgm:pt>
    <dgm:pt modelId="{9D5C8F2C-CE48-44F9-90B8-3BA5870521BB}" type="pres">
      <dgm:prSet presAssocID="{12DB0C6F-7660-469D-AD35-F672101E2FD2}" presName="textRect" presStyleLbl="revTx" presStyleIdx="4" presStyleCnt="6">
        <dgm:presLayoutVars>
          <dgm:chMax val="1"/>
          <dgm:chPref val="1"/>
        </dgm:presLayoutVars>
      </dgm:prSet>
      <dgm:spPr/>
    </dgm:pt>
    <dgm:pt modelId="{FEC26C67-D4ED-4F8B-8895-823A41785CC3}" type="pres">
      <dgm:prSet presAssocID="{B6EA22BD-61D5-4BB4-8E1F-1DEE541F3F1A}" presName="sibTrans" presStyleLbl="sibTrans2D1" presStyleIdx="0" presStyleCnt="0"/>
      <dgm:spPr/>
    </dgm:pt>
    <dgm:pt modelId="{304EF8E6-2450-428C-BDB2-7056C4724EC3}" type="pres">
      <dgm:prSet presAssocID="{3C66B173-F857-4EE2-AB3C-EA7B02B11D8A}" presName="compNode" presStyleCnt="0"/>
      <dgm:spPr/>
    </dgm:pt>
    <dgm:pt modelId="{6E9E8EC4-8D37-4376-A3AA-21ADB4F9FCC8}" type="pres">
      <dgm:prSet presAssocID="{3C66B173-F857-4EE2-AB3C-EA7B02B11D8A}" presName="iconBgRect" presStyleLbl="bgShp" presStyleIdx="5" presStyleCnt="6"/>
      <dgm:spPr/>
    </dgm:pt>
    <dgm:pt modelId="{D5266380-6EA1-4D24-A4E3-12B063CFE950}" type="pres">
      <dgm:prSet presAssocID="{3C66B173-F857-4EE2-AB3C-EA7B02B11D8A}" presName="iconRect" presStyleLbl="node1" presStyleIdx="5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7638C8EC-CA76-4118-8046-57329A4BF3CB}" type="pres">
      <dgm:prSet presAssocID="{3C66B173-F857-4EE2-AB3C-EA7B02B11D8A}" presName="spaceRect" presStyleCnt="0"/>
      <dgm:spPr/>
    </dgm:pt>
    <dgm:pt modelId="{CE35752E-9AFA-4F30-889C-BA7FE39E3115}" type="pres">
      <dgm:prSet presAssocID="{3C66B173-F857-4EE2-AB3C-EA7B02B11D8A}" presName="textRect" presStyleLbl="revTx" presStyleIdx="5" presStyleCnt="6" custScaleX="114670" custScaleY="82735">
        <dgm:presLayoutVars>
          <dgm:chMax val="1"/>
          <dgm:chPref val="1"/>
        </dgm:presLayoutVars>
      </dgm:prSet>
      <dgm:spPr/>
    </dgm:pt>
  </dgm:ptLst>
  <dgm:cxnLst>
    <dgm:cxn modelId="{29311114-9867-4585-A333-6634B3968315}" type="presOf" srcId="{C166918E-800E-4A2A-A8D5-FF04AFD4F140}" destId="{80CF3AAF-E5FB-4781-ACA2-8EF67D0F430C}" srcOrd="0" destOrd="0" presId="urn:microsoft.com/office/officeart/2018/2/layout/IconCircleList"/>
    <dgm:cxn modelId="{41CBE329-E8E3-4CEF-8427-25D7C2B0B637}" type="presOf" srcId="{12DB0C6F-7660-469D-AD35-F672101E2FD2}" destId="{9D5C8F2C-CE48-44F9-90B8-3BA5870521BB}" srcOrd="0" destOrd="0" presId="urn:microsoft.com/office/officeart/2018/2/layout/IconCircleList"/>
    <dgm:cxn modelId="{4E2A6A36-A6A2-41B8-9A88-8183B435E718}" srcId="{9C5E1C86-3755-4339-A020-39646EA4D8F0}" destId="{C166918E-800E-4A2A-A8D5-FF04AFD4F140}" srcOrd="1" destOrd="0" parTransId="{3ED37652-4041-4237-AC6C-B881C0D13DF1}" sibTransId="{D4A4A3A0-E828-4B50-B074-0E14DB660351}"/>
    <dgm:cxn modelId="{44E7BC40-0272-453D-810A-EE9C8C39A5EF}" type="presOf" srcId="{D4A4A3A0-E828-4B50-B074-0E14DB660351}" destId="{67ADA1FB-4C38-4BFC-9183-0E1A4742AA2D}" srcOrd="0" destOrd="0" presId="urn:microsoft.com/office/officeart/2018/2/layout/IconCircleList"/>
    <dgm:cxn modelId="{C03CCD5D-BAB6-43E4-9013-B2444960AC93}" srcId="{9C5E1C86-3755-4339-A020-39646EA4D8F0}" destId="{12DB0C6F-7660-469D-AD35-F672101E2FD2}" srcOrd="4" destOrd="0" parTransId="{1811D8EE-0316-469A-918F-12D384B21524}" sibTransId="{B6EA22BD-61D5-4BB4-8E1F-1DEE541F3F1A}"/>
    <dgm:cxn modelId="{50C0174A-EBC6-4BA7-921C-C3DDE07728C4}" srcId="{9C5E1C86-3755-4339-A020-39646EA4D8F0}" destId="{C7B11B65-0C57-4393-A27A-4E1FD8DC7D26}" srcOrd="0" destOrd="0" parTransId="{612DCBDE-E9A4-45C5-A16E-46F893AFDCC1}" sibTransId="{14AD4254-6657-419E-AE59-8A2146C06401}"/>
    <dgm:cxn modelId="{9ECD664A-5CFE-4557-999F-624FF6710885}" type="presOf" srcId="{9C5E1C86-3755-4339-A020-39646EA4D8F0}" destId="{BE0B65AD-3201-4A25-BB43-A4A8B080E75D}" srcOrd="0" destOrd="0" presId="urn:microsoft.com/office/officeart/2018/2/layout/IconCircleList"/>
    <dgm:cxn modelId="{BA74507E-1015-4B43-BB1D-466928C3ADAC}" type="presOf" srcId="{C7B11B65-0C57-4393-A27A-4E1FD8DC7D26}" destId="{2C8B3C1F-38CF-4DD8-9BC2-719445F60874}" srcOrd="0" destOrd="0" presId="urn:microsoft.com/office/officeart/2018/2/layout/IconCircleList"/>
    <dgm:cxn modelId="{FFD67285-0D8E-4C18-A25D-8A66E07C5444}" type="presOf" srcId="{3C66B173-F857-4EE2-AB3C-EA7B02B11D8A}" destId="{CE35752E-9AFA-4F30-889C-BA7FE39E3115}" srcOrd="0" destOrd="0" presId="urn:microsoft.com/office/officeart/2018/2/layout/IconCircleList"/>
    <dgm:cxn modelId="{9B4D2090-E652-4911-8301-963067809066}" srcId="{9C5E1C86-3755-4339-A020-39646EA4D8F0}" destId="{3C66B173-F857-4EE2-AB3C-EA7B02B11D8A}" srcOrd="5" destOrd="0" parTransId="{F6509DC5-D63F-4FA4-AA91-9BB3084CCFA1}" sibTransId="{4589AF91-967E-4BC0-9C4F-7F7E6B57A0B8}"/>
    <dgm:cxn modelId="{8EDE7FA4-4CE4-4F10-BEBC-2A43D5BF15A5}" srcId="{9C5E1C86-3755-4339-A020-39646EA4D8F0}" destId="{231CBABD-2779-43C0-9C18-C6A67EDC43B4}" srcOrd="2" destOrd="0" parTransId="{6C242FDF-7E20-41E5-9B1D-32D9172D1806}" sibTransId="{C4DAA8FB-B7B1-4E7D-B3C1-F026CF5E50B9}"/>
    <dgm:cxn modelId="{844C35B4-C02C-4D77-B56F-5A1AEE23C3D3}" type="presOf" srcId="{EDC775AE-0D07-4168-BBE7-06D0D90330AC}" destId="{1DD818E0-AF00-4351-A10D-EABD78C559AB}" srcOrd="0" destOrd="0" presId="urn:microsoft.com/office/officeart/2018/2/layout/IconCircleList"/>
    <dgm:cxn modelId="{19469DB8-6571-4BCF-A1EF-A0C24CB49875}" srcId="{9C5E1C86-3755-4339-A020-39646EA4D8F0}" destId="{7C5650A5-3A46-4EE1-ABF3-674CF5077C6E}" srcOrd="3" destOrd="0" parTransId="{3EDEF7C9-BA85-47CE-B65C-0A1C57F28177}" sibTransId="{EDC775AE-0D07-4168-BBE7-06D0D90330AC}"/>
    <dgm:cxn modelId="{546D2FC8-009D-4932-A8C8-2AF42F1B3C6B}" type="presOf" srcId="{231CBABD-2779-43C0-9C18-C6A67EDC43B4}" destId="{45DF5D31-0773-46CF-8011-8473CA6292F7}" srcOrd="0" destOrd="0" presId="urn:microsoft.com/office/officeart/2018/2/layout/IconCircleList"/>
    <dgm:cxn modelId="{1E6F3FD5-15D5-4FE3-BC9C-E556700E9409}" type="presOf" srcId="{7C5650A5-3A46-4EE1-ABF3-674CF5077C6E}" destId="{31636DC5-EFEA-4994-B054-07D9F0080F74}" srcOrd="0" destOrd="0" presId="urn:microsoft.com/office/officeart/2018/2/layout/IconCircleList"/>
    <dgm:cxn modelId="{73A915DC-B84D-4445-9FDC-8E76147BA25D}" type="presOf" srcId="{B6EA22BD-61D5-4BB4-8E1F-1DEE541F3F1A}" destId="{FEC26C67-D4ED-4F8B-8895-823A41785CC3}" srcOrd="0" destOrd="0" presId="urn:microsoft.com/office/officeart/2018/2/layout/IconCircleList"/>
    <dgm:cxn modelId="{A149C0E3-CA45-4090-A738-29EC8A4BAD76}" type="presOf" srcId="{14AD4254-6657-419E-AE59-8A2146C06401}" destId="{E0C20839-3A82-48D1-A8CB-55691A513649}" srcOrd="0" destOrd="0" presId="urn:microsoft.com/office/officeart/2018/2/layout/IconCircleList"/>
    <dgm:cxn modelId="{E3B5E9EF-9460-4590-B02E-750CEE36ACDB}" type="presOf" srcId="{C4DAA8FB-B7B1-4E7D-B3C1-F026CF5E50B9}" destId="{906246D5-96F6-4164-A8AE-B1590C7B556E}" srcOrd="0" destOrd="0" presId="urn:microsoft.com/office/officeart/2018/2/layout/IconCircleList"/>
    <dgm:cxn modelId="{B84C26E4-7243-4133-AE47-B872D5F2F04E}" type="presParOf" srcId="{BE0B65AD-3201-4A25-BB43-A4A8B080E75D}" destId="{DE8DE036-BA76-4906-90F8-B0D04586F160}" srcOrd="0" destOrd="0" presId="urn:microsoft.com/office/officeart/2018/2/layout/IconCircleList"/>
    <dgm:cxn modelId="{D2318694-7B29-4090-8E44-34593E2BA7AA}" type="presParOf" srcId="{DE8DE036-BA76-4906-90F8-B0D04586F160}" destId="{1C23AD30-2ECB-4228-9424-F973EF684CF5}" srcOrd="0" destOrd="0" presId="urn:microsoft.com/office/officeart/2018/2/layout/IconCircleList"/>
    <dgm:cxn modelId="{FA4C3FBD-5EB8-46C4-B861-6B7D729F51DA}" type="presParOf" srcId="{1C23AD30-2ECB-4228-9424-F973EF684CF5}" destId="{1DD9747F-B48E-4524-BFF2-29B0C5FE6EF7}" srcOrd="0" destOrd="0" presId="urn:microsoft.com/office/officeart/2018/2/layout/IconCircleList"/>
    <dgm:cxn modelId="{CC85A07E-57AB-4C2F-8D26-D87A83934BEC}" type="presParOf" srcId="{1C23AD30-2ECB-4228-9424-F973EF684CF5}" destId="{84285A3E-D4B7-4D56-A578-9588F48DF93C}" srcOrd="1" destOrd="0" presId="urn:microsoft.com/office/officeart/2018/2/layout/IconCircleList"/>
    <dgm:cxn modelId="{E5F3C54F-737D-465E-8B13-09900D92EFBD}" type="presParOf" srcId="{1C23AD30-2ECB-4228-9424-F973EF684CF5}" destId="{76A3610E-4D9F-4769-B891-36B30F227913}" srcOrd="2" destOrd="0" presId="urn:microsoft.com/office/officeart/2018/2/layout/IconCircleList"/>
    <dgm:cxn modelId="{BD72869D-6BF8-4F83-AD0A-00D8207C43AF}" type="presParOf" srcId="{1C23AD30-2ECB-4228-9424-F973EF684CF5}" destId="{2C8B3C1F-38CF-4DD8-9BC2-719445F60874}" srcOrd="3" destOrd="0" presId="urn:microsoft.com/office/officeart/2018/2/layout/IconCircleList"/>
    <dgm:cxn modelId="{3B60BC2F-9D39-4FAF-A917-0F3ADF8AEC1F}" type="presParOf" srcId="{DE8DE036-BA76-4906-90F8-B0D04586F160}" destId="{E0C20839-3A82-48D1-A8CB-55691A513649}" srcOrd="1" destOrd="0" presId="urn:microsoft.com/office/officeart/2018/2/layout/IconCircleList"/>
    <dgm:cxn modelId="{33F4DDD2-C1C9-463C-ACE5-43146BEA56FF}" type="presParOf" srcId="{DE8DE036-BA76-4906-90F8-B0D04586F160}" destId="{4C5187AE-4BA6-40E1-9540-05B685A6BB72}" srcOrd="2" destOrd="0" presId="urn:microsoft.com/office/officeart/2018/2/layout/IconCircleList"/>
    <dgm:cxn modelId="{95EA0EEB-A8AD-4286-B4C7-1EF64A633462}" type="presParOf" srcId="{4C5187AE-4BA6-40E1-9540-05B685A6BB72}" destId="{5F07123E-3E0A-41F8-A87E-3CE1DD9EDC5A}" srcOrd="0" destOrd="0" presId="urn:microsoft.com/office/officeart/2018/2/layout/IconCircleList"/>
    <dgm:cxn modelId="{3FB4CF76-A115-4FA4-9B24-C294B2DFA491}" type="presParOf" srcId="{4C5187AE-4BA6-40E1-9540-05B685A6BB72}" destId="{4B6FB213-C168-4C51-B4E9-6FD5F8114E8E}" srcOrd="1" destOrd="0" presId="urn:microsoft.com/office/officeart/2018/2/layout/IconCircleList"/>
    <dgm:cxn modelId="{AA4D3400-C7B6-466D-930B-EECC6EF7D9C6}" type="presParOf" srcId="{4C5187AE-4BA6-40E1-9540-05B685A6BB72}" destId="{64F081B5-AA33-4C0D-9163-2232AF026B26}" srcOrd="2" destOrd="0" presId="urn:microsoft.com/office/officeart/2018/2/layout/IconCircleList"/>
    <dgm:cxn modelId="{C57AA63D-1965-4AB1-BD4B-CE3DE08F62EE}" type="presParOf" srcId="{4C5187AE-4BA6-40E1-9540-05B685A6BB72}" destId="{80CF3AAF-E5FB-4781-ACA2-8EF67D0F430C}" srcOrd="3" destOrd="0" presId="urn:microsoft.com/office/officeart/2018/2/layout/IconCircleList"/>
    <dgm:cxn modelId="{43092518-658D-46BC-98A4-F66CBFC9D0DE}" type="presParOf" srcId="{DE8DE036-BA76-4906-90F8-B0D04586F160}" destId="{67ADA1FB-4C38-4BFC-9183-0E1A4742AA2D}" srcOrd="3" destOrd="0" presId="urn:microsoft.com/office/officeart/2018/2/layout/IconCircleList"/>
    <dgm:cxn modelId="{F5F9FC30-DE2D-4E79-B641-1388565F36FC}" type="presParOf" srcId="{DE8DE036-BA76-4906-90F8-B0D04586F160}" destId="{F415E127-5B45-44E2-ABAF-FDAA352C410D}" srcOrd="4" destOrd="0" presId="urn:microsoft.com/office/officeart/2018/2/layout/IconCircleList"/>
    <dgm:cxn modelId="{4E617D26-36A2-42FF-B8E1-8379B9E44569}" type="presParOf" srcId="{F415E127-5B45-44E2-ABAF-FDAA352C410D}" destId="{1B1DE4FF-A049-4D16-828F-AFECD225601B}" srcOrd="0" destOrd="0" presId="urn:microsoft.com/office/officeart/2018/2/layout/IconCircleList"/>
    <dgm:cxn modelId="{BC9CA255-A983-4C08-982D-063C317D3174}" type="presParOf" srcId="{F415E127-5B45-44E2-ABAF-FDAA352C410D}" destId="{95C1D0BB-50A5-4C4C-B82F-A9B3011DC5CD}" srcOrd="1" destOrd="0" presId="urn:microsoft.com/office/officeart/2018/2/layout/IconCircleList"/>
    <dgm:cxn modelId="{203A92D5-FADA-49E2-88AE-54920D36CA1D}" type="presParOf" srcId="{F415E127-5B45-44E2-ABAF-FDAA352C410D}" destId="{A896B290-1094-45F2-A62D-C085C615687B}" srcOrd="2" destOrd="0" presId="urn:microsoft.com/office/officeart/2018/2/layout/IconCircleList"/>
    <dgm:cxn modelId="{866E5FA7-EB79-4426-9615-587A64DA0685}" type="presParOf" srcId="{F415E127-5B45-44E2-ABAF-FDAA352C410D}" destId="{45DF5D31-0773-46CF-8011-8473CA6292F7}" srcOrd="3" destOrd="0" presId="urn:microsoft.com/office/officeart/2018/2/layout/IconCircleList"/>
    <dgm:cxn modelId="{874EBD61-89BB-45A6-8FC5-08247B9422DA}" type="presParOf" srcId="{DE8DE036-BA76-4906-90F8-B0D04586F160}" destId="{906246D5-96F6-4164-A8AE-B1590C7B556E}" srcOrd="5" destOrd="0" presId="urn:microsoft.com/office/officeart/2018/2/layout/IconCircleList"/>
    <dgm:cxn modelId="{6264E85F-23B1-487D-85EA-9D6C7D00B981}" type="presParOf" srcId="{DE8DE036-BA76-4906-90F8-B0D04586F160}" destId="{87E19F60-D69D-436E-A70A-420C28704574}" srcOrd="6" destOrd="0" presId="urn:microsoft.com/office/officeart/2018/2/layout/IconCircleList"/>
    <dgm:cxn modelId="{99E353DD-487A-449C-AFD8-4703D0A5A65B}" type="presParOf" srcId="{87E19F60-D69D-436E-A70A-420C28704574}" destId="{88D14661-3EBC-42C0-A6B9-993FADBE8853}" srcOrd="0" destOrd="0" presId="urn:microsoft.com/office/officeart/2018/2/layout/IconCircleList"/>
    <dgm:cxn modelId="{1297D428-A232-4003-9718-989426C6AEEF}" type="presParOf" srcId="{87E19F60-D69D-436E-A70A-420C28704574}" destId="{A0CC17BD-AB8C-43BA-A6AC-C5D7193FE95D}" srcOrd="1" destOrd="0" presId="urn:microsoft.com/office/officeart/2018/2/layout/IconCircleList"/>
    <dgm:cxn modelId="{780DCE66-8E6E-4327-8061-7F2E5CAAE848}" type="presParOf" srcId="{87E19F60-D69D-436E-A70A-420C28704574}" destId="{B014EEDD-FED7-42A9-9BE8-6E9E746EA128}" srcOrd="2" destOrd="0" presId="urn:microsoft.com/office/officeart/2018/2/layout/IconCircleList"/>
    <dgm:cxn modelId="{824773DF-7E35-43FA-84D3-2914ED682828}" type="presParOf" srcId="{87E19F60-D69D-436E-A70A-420C28704574}" destId="{31636DC5-EFEA-4994-B054-07D9F0080F74}" srcOrd="3" destOrd="0" presId="urn:microsoft.com/office/officeart/2018/2/layout/IconCircleList"/>
    <dgm:cxn modelId="{69702546-1463-4276-95C3-C8D914DB9B5A}" type="presParOf" srcId="{DE8DE036-BA76-4906-90F8-B0D04586F160}" destId="{1DD818E0-AF00-4351-A10D-EABD78C559AB}" srcOrd="7" destOrd="0" presId="urn:microsoft.com/office/officeart/2018/2/layout/IconCircleList"/>
    <dgm:cxn modelId="{0EC7D002-1162-40E2-BA41-F63444CD6D2B}" type="presParOf" srcId="{DE8DE036-BA76-4906-90F8-B0D04586F160}" destId="{220146D9-CB19-46C9-9A65-8DEB26D91FAE}" srcOrd="8" destOrd="0" presId="urn:microsoft.com/office/officeart/2018/2/layout/IconCircleList"/>
    <dgm:cxn modelId="{95A27C33-0D75-4094-ABC9-239267C99B1F}" type="presParOf" srcId="{220146D9-CB19-46C9-9A65-8DEB26D91FAE}" destId="{6384AF02-5D9D-4089-B9A7-281776E25EB1}" srcOrd="0" destOrd="0" presId="urn:microsoft.com/office/officeart/2018/2/layout/IconCircleList"/>
    <dgm:cxn modelId="{1B36FC7C-68B7-4970-B1F4-D47D71A9F3E1}" type="presParOf" srcId="{220146D9-CB19-46C9-9A65-8DEB26D91FAE}" destId="{E04F7232-2791-4E5E-AA6A-7B10AC5A9A4D}" srcOrd="1" destOrd="0" presId="urn:microsoft.com/office/officeart/2018/2/layout/IconCircleList"/>
    <dgm:cxn modelId="{269BBB48-D8C7-41FD-954D-02C35C6EAFC1}" type="presParOf" srcId="{220146D9-CB19-46C9-9A65-8DEB26D91FAE}" destId="{2FEFDDE7-7F75-4ABB-9F9A-B15A79FD1E1D}" srcOrd="2" destOrd="0" presId="urn:microsoft.com/office/officeart/2018/2/layout/IconCircleList"/>
    <dgm:cxn modelId="{2A21AB15-3005-4BE5-9EAD-68218C238ECE}" type="presParOf" srcId="{220146D9-CB19-46C9-9A65-8DEB26D91FAE}" destId="{9D5C8F2C-CE48-44F9-90B8-3BA5870521BB}" srcOrd="3" destOrd="0" presId="urn:microsoft.com/office/officeart/2018/2/layout/IconCircleList"/>
    <dgm:cxn modelId="{ABF44C1E-DDCD-4C70-BA0D-376402EB50CF}" type="presParOf" srcId="{DE8DE036-BA76-4906-90F8-B0D04586F160}" destId="{FEC26C67-D4ED-4F8B-8895-823A41785CC3}" srcOrd="9" destOrd="0" presId="urn:microsoft.com/office/officeart/2018/2/layout/IconCircleList"/>
    <dgm:cxn modelId="{43188C23-D461-41FF-A320-21052C57DF2F}" type="presParOf" srcId="{DE8DE036-BA76-4906-90F8-B0D04586F160}" destId="{304EF8E6-2450-428C-BDB2-7056C4724EC3}" srcOrd="10" destOrd="0" presId="urn:microsoft.com/office/officeart/2018/2/layout/IconCircleList"/>
    <dgm:cxn modelId="{6A58CA3A-20CE-4FAB-ACB7-28487F46411E}" type="presParOf" srcId="{304EF8E6-2450-428C-BDB2-7056C4724EC3}" destId="{6E9E8EC4-8D37-4376-A3AA-21ADB4F9FCC8}" srcOrd="0" destOrd="0" presId="urn:microsoft.com/office/officeart/2018/2/layout/IconCircleList"/>
    <dgm:cxn modelId="{DA1E8FB2-E413-44E9-9850-5138730C074E}" type="presParOf" srcId="{304EF8E6-2450-428C-BDB2-7056C4724EC3}" destId="{D5266380-6EA1-4D24-A4E3-12B063CFE950}" srcOrd="1" destOrd="0" presId="urn:microsoft.com/office/officeart/2018/2/layout/IconCircleList"/>
    <dgm:cxn modelId="{F81C7183-6A1B-4125-8E4D-7DA2DCE728F9}" type="presParOf" srcId="{304EF8E6-2450-428C-BDB2-7056C4724EC3}" destId="{7638C8EC-CA76-4118-8046-57329A4BF3CB}" srcOrd="2" destOrd="0" presId="urn:microsoft.com/office/officeart/2018/2/layout/IconCircleList"/>
    <dgm:cxn modelId="{EB972966-CD50-4A45-91B6-4C55157721CF}" type="presParOf" srcId="{304EF8E6-2450-428C-BDB2-7056C4724EC3}" destId="{CE35752E-9AFA-4F30-889C-BA7FE39E311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D9747F-B48E-4524-BFF2-29B0C5FE6EF7}">
      <dsp:nvSpPr>
        <dsp:cNvPr id="0" name=""/>
        <dsp:cNvSpPr/>
      </dsp:nvSpPr>
      <dsp:spPr>
        <a:xfrm>
          <a:off x="1959019" y="0"/>
          <a:ext cx="838439" cy="83843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285A3E-D4B7-4D56-A578-9588F48DF93C}">
      <dsp:nvSpPr>
        <dsp:cNvPr id="0" name=""/>
        <dsp:cNvSpPr/>
      </dsp:nvSpPr>
      <dsp:spPr>
        <a:xfrm flipH="1" flipV="1">
          <a:off x="0" y="1003485"/>
          <a:ext cx="49144" cy="82801"/>
        </a:xfrm>
        <a:prstGeom prst="chord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8B3C1F-38CF-4DD8-9BC2-719445F60874}">
      <dsp:nvSpPr>
        <dsp:cNvPr id="0" name=""/>
        <dsp:cNvSpPr/>
      </dsp:nvSpPr>
      <dsp:spPr>
        <a:xfrm>
          <a:off x="3361060" y="95619"/>
          <a:ext cx="1976322" cy="838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000" b="1" kern="1200" dirty="0"/>
            <a:t>Objectives and Key features:</a:t>
          </a:r>
        </a:p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000" b="0" kern="1200" dirty="0"/>
            <a:t>To develop a program enabling users to book airline tickets.</a:t>
          </a:r>
        </a:p>
      </dsp:txBody>
      <dsp:txXfrm>
        <a:off x="3361060" y="95619"/>
        <a:ext cx="1976322" cy="838439"/>
      </dsp:txXfrm>
    </dsp:sp>
    <dsp:sp modelId="{5F07123E-3E0A-41F8-A87E-3CE1DD9EDC5A}">
      <dsp:nvSpPr>
        <dsp:cNvPr id="0" name=""/>
        <dsp:cNvSpPr/>
      </dsp:nvSpPr>
      <dsp:spPr>
        <a:xfrm>
          <a:off x="1949421" y="0"/>
          <a:ext cx="838439" cy="83843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6FB213-C168-4C51-B4E9-6FD5F8114E8E}">
      <dsp:nvSpPr>
        <dsp:cNvPr id="0" name=""/>
        <dsp:cNvSpPr/>
      </dsp:nvSpPr>
      <dsp:spPr>
        <a:xfrm>
          <a:off x="2116265" y="179095"/>
          <a:ext cx="486295" cy="4862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CF3AAF-E5FB-4781-ACA2-8EF67D0F430C}">
      <dsp:nvSpPr>
        <dsp:cNvPr id="0" name=""/>
        <dsp:cNvSpPr/>
      </dsp:nvSpPr>
      <dsp:spPr>
        <a:xfrm>
          <a:off x="233201" y="0"/>
          <a:ext cx="1976322" cy="838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 dirty="0"/>
        </a:p>
      </dsp:txBody>
      <dsp:txXfrm>
        <a:off x="233201" y="0"/>
        <a:ext cx="1976322" cy="838439"/>
      </dsp:txXfrm>
    </dsp:sp>
    <dsp:sp modelId="{1B1DE4FF-A049-4D16-828F-AFECD225601B}">
      <dsp:nvSpPr>
        <dsp:cNvPr id="0" name=""/>
        <dsp:cNvSpPr/>
      </dsp:nvSpPr>
      <dsp:spPr>
        <a:xfrm>
          <a:off x="1178624" y="1563696"/>
          <a:ext cx="838439" cy="83843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C1D0BB-50A5-4C4C-B82F-A9B3011DC5CD}">
      <dsp:nvSpPr>
        <dsp:cNvPr id="0" name=""/>
        <dsp:cNvSpPr/>
      </dsp:nvSpPr>
      <dsp:spPr>
        <a:xfrm>
          <a:off x="1354696" y="1739768"/>
          <a:ext cx="486295" cy="4862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DF5D31-0773-46CF-8011-8473CA6292F7}">
      <dsp:nvSpPr>
        <dsp:cNvPr id="0" name=""/>
        <dsp:cNvSpPr/>
      </dsp:nvSpPr>
      <dsp:spPr>
        <a:xfrm>
          <a:off x="2196729" y="1563696"/>
          <a:ext cx="1976322" cy="838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- Domestic and international flight options.</a:t>
          </a:r>
        </a:p>
      </dsp:txBody>
      <dsp:txXfrm>
        <a:off x="2196729" y="1563696"/>
        <a:ext cx="1976322" cy="838439"/>
      </dsp:txXfrm>
    </dsp:sp>
    <dsp:sp modelId="{88D14661-3EBC-42C0-A6B9-993FADBE8853}">
      <dsp:nvSpPr>
        <dsp:cNvPr id="0" name=""/>
        <dsp:cNvSpPr/>
      </dsp:nvSpPr>
      <dsp:spPr>
        <a:xfrm>
          <a:off x="4517411" y="1563696"/>
          <a:ext cx="838439" cy="83843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CC17BD-AB8C-43BA-A6AC-C5D7193FE95D}">
      <dsp:nvSpPr>
        <dsp:cNvPr id="0" name=""/>
        <dsp:cNvSpPr/>
      </dsp:nvSpPr>
      <dsp:spPr>
        <a:xfrm>
          <a:off x="4693484" y="1739768"/>
          <a:ext cx="486295" cy="4862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636DC5-EFEA-4994-B054-07D9F0080F74}">
      <dsp:nvSpPr>
        <dsp:cNvPr id="0" name=""/>
        <dsp:cNvSpPr/>
      </dsp:nvSpPr>
      <dsp:spPr>
        <a:xfrm>
          <a:off x="5535517" y="1563696"/>
          <a:ext cx="1976322" cy="838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 Region-based fares and seat types (economy, business, first class).</a:t>
          </a:r>
        </a:p>
      </dsp:txBody>
      <dsp:txXfrm>
        <a:off x="5535517" y="1563696"/>
        <a:ext cx="1976322" cy="838439"/>
      </dsp:txXfrm>
    </dsp:sp>
    <dsp:sp modelId="{6384AF02-5D9D-4089-B9A7-281776E25EB1}">
      <dsp:nvSpPr>
        <dsp:cNvPr id="0" name=""/>
        <dsp:cNvSpPr/>
      </dsp:nvSpPr>
      <dsp:spPr>
        <a:xfrm>
          <a:off x="1178624" y="3076327"/>
          <a:ext cx="838439" cy="83843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4F7232-2791-4E5E-AA6A-7B10AC5A9A4D}">
      <dsp:nvSpPr>
        <dsp:cNvPr id="0" name=""/>
        <dsp:cNvSpPr/>
      </dsp:nvSpPr>
      <dsp:spPr>
        <a:xfrm>
          <a:off x="1354696" y="3252399"/>
          <a:ext cx="486295" cy="48629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5C8F2C-CE48-44F9-90B8-3BA5870521BB}">
      <dsp:nvSpPr>
        <dsp:cNvPr id="0" name=""/>
        <dsp:cNvSpPr/>
      </dsp:nvSpPr>
      <dsp:spPr>
        <a:xfrm>
          <a:off x="2196729" y="3076327"/>
          <a:ext cx="1976322" cy="838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 Meal preferences and discounts.</a:t>
          </a:r>
        </a:p>
      </dsp:txBody>
      <dsp:txXfrm>
        <a:off x="2196729" y="3076327"/>
        <a:ext cx="1976322" cy="838439"/>
      </dsp:txXfrm>
    </dsp:sp>
    <dsp:sp modelId="{6E9E8EC4-8D37-4376-A3AA-21ADB4F9FCC8}">
      <dsp:nvSpPr>
        <dsp:cNvPr id="0" name=""/>
        <dsp:cNvSpPr/>
      </dsp:nvSpPr>
      <dsp:spPr>
        <a:xfrm>
          <a:off x="4517411" y="3076327"/>
          <a:ext cx="838439" cy="83843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266380-6EA1-4D24-A4E3-12B063CFE950}">
      <dsp:nvSpPr>
        <dsp:cNvPr id="0" name=""/>
        <dsp:cNvSpPr/>
      </dsp:nvSpPr>
      <dsp:spPr>
        <a:xfrm>
          <a:off x="4693484" y="3252399"/>
          <a:ext cx="486295" cy="48629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35752E-9AFA-4F30-889C-BA7FE39E3115}">
      <dsp:nvSpPr>
        <dsp:cNvPr id="0" name=""/>
        <dsp:cNvSpPr/>
      </dsp:nvSpPr>
      <dsp:spPr>
        <a:xfrm>
          <a:off x="5390554" y="3148705"/>
          <a:ext cx="2266249" cy="693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 Automated fare calculations with tax and seat selection.</a:t>
          </a:r>
        </a:p>
      </dsp:txBody>
      <dsp:txXfrm>
        <a:off x="5390554" y="3148705"/>
        <a:ext cx="2266249" cy="6936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831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77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65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5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01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1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24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738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00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20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672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657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90722" y="139227"/>
            <a:ext cx="4416566" cy="4880518"/>
          </a:xfr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lang="en-US" sz="5400" dirty="0">
                <a:solidFill>
                  <a:schemeClr val="tx1"/>
                </a:solidFill>
              </a:rPr>
              <a:t>Airline Ticket Booking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5BD17F-C95C-40ED-8D04-03295D46F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03DEB5-0B19-4F8E-84E2-00F5861C9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8992" y="0"/>
            <a:ext cx="241173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7957" y="2176185"/>
            <a:ext cx="1930982" cy="2843560"/>
          </a:xfrm>
        </p:spPr>
        <p:txBody>
          <a:bodyPr anchor="ctr">
            <a:normAutofit fontScale="92500" lnSpcReduction="20000"/>
          </a:bodyPr>
          <a:lstStyle/>
          <a:p>
            <a:pPr algn="r"/>
            <a:r>
              <a:rPr lang="en-US" sz="2800" b="1" dirty="0">
                <a:solidFill>
                  <a:srgbClr val="FFFFFF"/>
                </a:solidFill>
              </a:rPr>
              <a:t>Presented by:</a:t>
            </a:r>
          </a:p>
          <a:p>
            <a:pPr algn="r"/>
            <a:r>
              <a:rPr lang="en-US" sz="2800" b="1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Momina</a:t>
            </a:r>
            <a:r>
              <a:rPr lang="en-US" sz="2800" dirty="0">
                <a:solidFill>
                  <a:srgbClr val="FFFFFF"/>
                </a:solidFill>
              </a:rPr>
              <a:t> Amjad - 147 </a:t>
            </a:r>
          </a:p>
          <a:p>
            <a:pPr algn="r"/>
            <a:r>
              <a:rPr lang="en-US" sz="2800" dirty="0">
                <a:solidFill>
                  <a:srgbClr val="FFFFFF"/>
                </a:solidFill>
              </a:rPr>
              <a:t>&amp;</a:t>
            </a:r>
          </a:p>
          <a:p>
            <a:pPr algn="r"/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Aroona</a:t>
            </a:r>
            <a:r>
              <a:rPr lang="en-US" sz="2800" dirty="0">
                <a:solidFill>
                  <a:srgbClr val="FFFFFF"/>
                </a:solidFill>
              </a:rPr>
              <a:t> Noor - 027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A95F5F-53FD-4B13-A659-471050C39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64" b="90024" l="5975" r="97956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454352">
            <a:off x="4816239" y="3989330"/>
            <a:ext cx="3820585" cy="25290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268637"/>
            <a:ext cx="5797296" cy="944574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sz="4000" dirty="0"/>
              <a:t>Introduction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2E55CA90-7C21-09EB-68F7-0AFED46D7A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9926498"/>
              </p:ext>
            </p:extLst>
          </p:nvPr>
        </p:nvGraphicFramePr>
        <p:xfrm>
          <a:off x="0" y="1644013"/>
          <a:ext cx="8835428" cy="3965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A3764AE-D7B7-4CB5-A0E1-2885E459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452" y="2017643"/>
            <a:ext cx="3319670" cy="2932043"/>
          </a:xfr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Project Overview</a:t>
            </a: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9C095C-3AB6-49D8-9436-3672566FE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722" y="0"/>
            <a:ext cx="56532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3194" y="-28135"/>
            <a:ext cx="5570806" cy="6886135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400" b="1" dirty="0">
                <a:solidFill>
                  <a:schemeClr val="tx1"/>
                </a:solidFill>
              </a:rPr>
              <a:t>Core Components: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 Variables &amp; Constants for base fares, discounts, and taxes.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User Inputs for flight details, seat types, and email.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Outputs: Booking summary and fare details.</a:t>
            </a:r>
          </a:p>
          <a:p>
            <a:pPr>
              <a:lnSpc>
                <a:spcPct val="90000"/>
              </a:lnSpc>
            </a:pPr>
            <a:endParaRPr lang="en-US" sz="24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400" b="1" dirty="0">
                <a:solidFill>
                  <a:schemeClr val="tx1"/>
                </a:solidFill>
              </a:rPr>
              <a:t>Workflow: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 User selects flight type (one-way/return).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 Chooses domestic/international and enters cities.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 Provides travel dates, number of seats, and meal preference.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System calculates total fare and books seats.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13" y="2226365"/>
            <a:ext cx="3826566" cy="246948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Design and Implementation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6295" y="-2"/>
            <a:ext cx="5157705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3986295" y="0"/>
            <a:ext cx="5157705" cy="6858000"/>
          </a:xfrm>
        </p:spPr>
        <p:txBody>
          <a:bodyPr anchor="ctr">
            <a:normAutofit/>
          </a:bodyPr>
          <a:lstStyle/>
          <a:p>
            <a:r>
              <a:rPr sz="2400" b="1" dirty="0">
                <a:solidFill>
                  <a:schemeClr val="bg1"/>
                </a:solidFill>
              </a:rPr>
              <a:t>Programming Language: </a:t>
            </a:r>
            <a:r>
              <a:rPr sz="2400" dirty="0">
                <a:solidFill>
                  <a:schemeClr val="bg1"/>
                </a:solidFill>
              </a:rPr>
              <a:t>C++</a:t>
            </a:r>
          </a:p>
          <a:p>
            <a:endParaRPr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sz="2400" b="1" dirty="0">
                <a:solidFill>
                  <a:schemeClr val="bg1"/>
                </a:solidFill>
              </a:rPr>
              <a:t>Key Functions:</a:t>
            </a:r>
          </a:p>
          <a:p>
            <a:r>
              <a:rPr sz="2400" dirty="0">
                <a:solidFill>
                  <a:schemeClr val="bg1"/>
                </a:solidFill>
              </a:rPr>
              <a:t>Base fare adjustments based on region and seat type.</a:t>
            </a:r>
          </a:p>
          <a:p>
            <a:r>
              <a:rPr sz="2400" dirty="0">
                <a:solidFill>
                  <a:schemeClr val="bg1"/>
                </a:solidFill>
              </a:rPr>
              <a:t>Input validation for seat type, flight type, and meal preferences.</a:t>
            </a:r>
          </a:p>
          <a:p>
            <a:r>
              <a:rPr sz="2400" dirty="0">
                <a:solidFill>
                  <a:schemeClr val="bg1"/>
                </a:solidFill>
              </a:rPr>
              <a:t>File handling to save booking details.</a:t>
            </a:r>
          </a:p>
          <a:p>
            <a:pPr marL="0" indent="0">
              <a:buNone/>
            </a:pPr>
            <a:endParaRPr sz="2400" dirty="0">
              <a:solidFill>
                <a:schemeClr val="bg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BB4-A356-4912-B52C-03308E2CD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Basefare</a:t>
            </a:r>
            <a:r>
              <a:rPr lang="en-GB" dirty="0"/>
              <a:t> Adjustment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A5424E-F76C-429D-BEF8-976BDCDB82C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0563" y="3429000"/>
            <a:ext cx="8982873" cy="259804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CA91B-A000-43FF-9219-2C6C6C425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2195" y="2771337"/>
            <a:ext cx="7399607" cy="956602"/>
          </a:xfrm>
        </p:spPr>
        <p:txBody>
          <a:bodyPr/>
          <a:lstStyle/>
          <a:p>
            <a:pPr algn="ctr"/>
            <a:r>
              <a:rPr lang="en-GB" sz="2400" dirty="0"/>
              <a:t>According to the location and distance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742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2D2ED89-5AE9-4E9E-B74C-07803A862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47461" y="0"/>
            <a:ext cx="504907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799" y="964692"/>
            <a:ext cx="6502401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US">
                <a:solidFill>
                  <a:srgbClr val="404040"/>
                </a:solidFill>
              </a:rPr>
              <a:t>Functionality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6025" y="2329931"/>
            <a:ext cx="4285753" cy="310198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Booking Example from Text File</a:t>
            </a:r>
            <a:r>
              <a:rPr lang="en-US" dirty="0"/>
              <a:t>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186C0F-D699-D979-2AF6-7BA3F3298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180" y="2958178"/>
            <a:ext cx="4155637" cy="3352061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 fontScale="90000"/>
          </a:bodyPr>
          <a:lstStyle/>
          <a:p>
            <a:r>
              <a:rPr sz="3200" dirty="0"/>
              <a:t>Challenges and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2330" y="1843590"/>
            <a:ext cx="6711242" cy="362293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404040"/>
                </a:solidFill>
              </a:rPr>
              <a:t>Challenges: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404040"/>
                </a:solidFill>
              </a:rPr>
              <a:t>Ensuring input validation for multiple user choices.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404040"/>
                </a:solidFill>
              </a:rPr>
              <a:t>Fare calculation with varying conditions.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404040"/>
                </a:solidFill>
              </a:rPr>
              <a:t>Handling multiple seat bookings and meal preferences.</a:t>
            </a:r>
          </a:p>
          <a:p>
            <a:pPr>
              <a:lnSpc>
                <a:spcPct val="90000"/>
              </a:lnSpc>
            </a:pPr>
            <a:endParaRPr lang="en-US" sz="2400" dirty="0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404040"/>
                </a:solidFill>
              </a:rPr>
              <a:t>Lessons Learned: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404040"/>
                </a:solidFill>
              </a:rPr>
              <a:t>Importance of modular design for readability and maintenance.</a:t>
            </a:r>
          </a:p>
          <a:p>
            <a:pPr>
              <a:lnSpc>
                <a:spcPct val="90000"/>
              </a:lnSpc>
            </a:pPr>
            <a:r>
              <a:rPr lang="en-GB" sz="2400" dirty="0">
                <a:solidFill>
                  <a:srgbClr val="404040"/>
                </a:solidFill>
              </a:rPr>
              <a:t>Understanding multiple scenarios </a:t>
            </a:r>
            <a:endParaRPr lang="en-US" sz="2400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EE70035-2E4E-4F9F-A4A6-77B0B9FB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FDCBF5-07B8-49C5-BD1E-0DD5E1DB2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8992" y="0"/>
            <a:ext cx="8065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174" y="1059838"/>
            <a:ext cx="4564826" cy="4738324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Conclusion</a:t>
            </a: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EFB64A5-5FD5-4748-BC76-137C0DEB6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8992" y="0"/>
            <a:ext cx="349033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142" y="-1"/>
            <a:ext cx="3490332" cy="685799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400" b="1" dirty="0">
                <a:solidFill>
                  <a:schemeClr val="tx1"/>
                </a:solidFill>
              </a:rPr>
              <a:t>Summary: 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The project demonstrates an understanding of C++ programming concepts, including file handling, loops, conditionals, </a:t>
            </a:r>
            <a:r>
              <a:rPr lang="en-US" sz="2400" dirty="0" err="1">
                <a:solidFill>
                  <a:schemeClr val="tx1"/>
                </a:solidFill>
              </a:rPr>
              <a:t>fuctions</a:t>
            </a:r>
            <a:r>
              <a:rPr lang="en-US" sz="2400" dirty="0">
                <a:solidFill>
                  <a:schemeClr val="tx1"/>
                </a:solidFill>
              </a:rPr>
              <a:t>, user input/output as well as 2D arrays.</a:t>
            </a:r>
          </a:p>
          <a:p>
            <a:pPr>
              <a:lnSpc>
                <a:spcPct val="90000"/>
              </a:lnSpc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Future Improvements: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Adding real-time booking verification.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Integrating an online payment system.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115</TotalTime>
  <Words>300</Words>
  <Application>Microsoft Office PowerPoint</Application>
  <PresentationFormat>On-screen Show (4:3)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Parcel</vt:lpstr>
      <vt:lpstr>Airline Ticket Booking System</vt:lpstr>
      <vt:lpstr>Introduction</vt:lpstr>
      <vt:lpstr>Project Overview</vt:lpstr>
      <vt:lpstr>Design and Implementation</vt:lpstr>
      <vt:lpstr>Basefare Adjustment</vt:lpstr>
      <vt:lpstr>Functionality Demonstration</vt:lpstr>
      <vt:lpstr>Challenges and Lessons Learned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Ticket Booking System</dc:title>
  <dc:subject/>
  <dc:creator>Momina Amjad</dc:creator>
  <cp:keywords/>
  <dc:description>generated using python-pptx</dc:description>
  <cp:lastModifiedBy>01-134242-027</cp:lastModifiedBy>
  <cp:revision>8</cp:revision>
  <dcterms:created xsi:type="dcterms:W3CDTF">2013-01-27T09:14:16Z</dcterms:created>
  <dcterms:modified xsi:type="dcterms:W3CDTF">2024-12-16T07:29:55Z</dcterms:modified>
  <cp:category/>
</cp:coreProperties>
</file>